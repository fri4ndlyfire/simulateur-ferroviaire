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789A87-6104-3D06-10FB-AC672DBF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15D2491-87F5-2416-C983-151676E1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F3D7-C258-46DC-948B-53C432CA5C1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2570DDD-4D4E-0222-0ED9-F2FF635A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2B5FBE-EFC9-1B0F-96A3-0D7F75D7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2F93C-EBE4-439C-8475-D157BCB45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05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479450C-323C-C4AD-CA04-CCC9FEFEA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DE7957D-7475-D54E-22EF-B58E6885C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289F5A-2ED7-DB3B-21A6-F9E487E00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BF3D7-C258-46DC-948B-53C432CA5C1C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8165A2-CDE4-D4EF-A7F7-5752E01E9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AE6BF9-EB0B-0EB5-1BA6-C1DF13C163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2F93C-EBE4-439C-8475-D157BCB45E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28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98073A2C-02B6-5D42-35AB-1702CFFE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fr-FR" sz="5600"/>
              <a:t>Simulateur de Train - Projet Unity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2259DA5-BBBF-A3AD-31A5-C9A801F41F3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0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1894A36F-9AC0-E831-8C2C-8DC1F427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sz="4200" b="1">
                <a:latin typeface="Arial" panose="020B0604020202020204" pitchFamily="34" charset="0"/>
              </a:rPr>
              <a:t>Objectifs et Conception</a:t>
            </a:r>
            <a:br>
              <a:rPr lang="fr-FR" sz="4200"/>
            </a:br>
            <a:endParaRPr lang="fr-FR" sz="420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4B7476-E970-5ED3-0F5C-EAFC14F2678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8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20BD1D0E-EFBF-E1DD-EBC9-0DBDF0E8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sz="4200" b="1">
                <a:latin typeface="Arial" panose="020B0604020202020204" pitchFamily="34" charset="0"/>
              </a:rPr>
              <a:t>Iteractions et Gameplay</a:t>
            </a:r>
            <a:br>
              <a:rPr lang="fr-FR" altLang="fr-FR" sz="4200" b="1">
                <a:latin typeface="Arial" panose="020B0604020202020204" pitchFamily="34" charset="0"/>
              </a:rPr>
            </a:br>
            <a:endParaRPr lang="fr-FR" sz="420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8B2623D-C771-9837-7D88-6DFE80DDF3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54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8D1EA9E1-628D-ADD4-3C06-CA1837BB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/>
              <a:t>Organisation et Outils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14E4D66-71CA-54C7-6C0F-6AF75944F55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5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AFFD69FA-57F0-8979-9CE4-4419A007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Méthode de Travail (Workflow)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F818C1F-919A-F9E0-3253-99728189E66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949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8CF21363-7543-7522-2389-4F2280BB8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400"/>
              <a:t>Ressources Graphiques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3BC01D-E2E0-1D8F-4FAB-9A6AEEC990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3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AE46B7E9-B079-313F-51AC-316C1E76B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5400"/>
              <a:t>Sous assemblage de train</a:t>
            </a:r>
            <a:endParaRPr lang="en-US" sz="5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1EFD5AE-337D-AAE8-D723-E5FC6109F3A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3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23BF01B2-630B-3F44-7F95-ED302147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Défi Technique - Les Splines</a:t>
            </a:r>
            <a:endParaRPr lang="en-US" sz="2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FE5EBF8-07B6-AF48-3A23-F68044E358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61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6C64CD1E-ADCD-9BA0-E21C-BE2BB420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Codage pour décoration de la voie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9CBEADF-30A6-B8E8-984D-367B2D6DDC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16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D66F0878-F737-A2CD-40C2-C862C429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Démonstration, let’s play!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76608E5-8BAA-3DDC-A894-D01ED86CEE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5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22F388EF-9540-9752-FDE5-97E7EA03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Le tuto utilisé et ressources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26DDFD8-18E1-CF1E-D63E-5347D28C39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22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 hidden="1">
            <a:extLst>
              <a:ext uri="{FF2B5EF4-FFF2-40B4-BE49-F238E27FC236}">
                <a16:creationId xmlns:a16="http://schemas.microsoft.com/office/drawing/2014/main" id="{AA834550-E208-FAF0-3DB8-C79178FB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1F9D4CC-C993-4072-A0AC-8FAE93FF80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892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Grand écran</PresentationFormat>
  <Paragraphs>12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Thème Office</vt:lpstr>
      <vt:lpstr>Simulateur de Train - Projet Unity</vt:lpstr>
      <vt:lpstr>Objectifs et Conception </vt:lpstr>
      <vt:lpstr>Iteractions et Gameplay </vt:lpstr>
      <vt:lpstr>Organisation et Outils</vt:lpstr>
      <vt:lpstr>Méthode de Travail (Workflow)</vt:lpstr>
      <vt:lpstr>Ressources Graphiques</vt:lpstr>
      <vt:lpstr>Sous assemblage de train</vt:lpstr>
      <vt:lpstr>Défi Technique - Les Splines</vt:lpstr>
      <vt:lpstr>Codage pour décoration de la voie</vt:lpstr>
      <vt:lpstr>Démonstration, let’s play!</vt:lpstr>
      <vt:lpstr>Le tuto utilisé et ressources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herio 91</dc:creator>
  <cp:lastModifiedBy>herio 91</cp:lastModifiedBy>
  <cp:revision>1</cp:revision>
  <dcterms:created xsi:type="dcterms:W3CDTF">2025-12-12T13:50:54Z</dcterms:created>
  <dcterms:modified xsi:type="dcterms:W3CDTF">2025-12-12T13:50:54Z</dcterms:modified>
</cp:coreProperties>
</file>